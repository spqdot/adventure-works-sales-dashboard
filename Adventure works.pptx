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8F30E-FF9D-B0AF-1815-4AAC60608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FD2D5D-217C-D95D-291E-3261CA1417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5B22C-B971-33ED-302F-7D8AE0B93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B86D1-C50A-4E2E-A5AD-0D85A956BF2B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02D46-5090-9DF3-EDE3-706F5B5FE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D3309-A173-C80A-138F-F0E15F6A4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0B1C-0DA5-4011-9C0B-6CFC70556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8142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BD766-CA7C-54BF-4729-B9680BE8C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FCBB6-0253-FABC-D3D9-85E3774F7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01E2C-AF40-8CD1-FE41-AD847F77E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B86D1-C50A-4E2E-A5AD-0D85A956BF2B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C6C57-66B9-A2E3-01F3-43C4458FC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45EA2-F44D-F1B0-51A4-6793BA87E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0B1C-0DA5-4011-9C0B-6CFC70556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1448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CFA99-518A-3A9A-D4B1-25E40B976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CAF8E-F0FB-5246-360C-BB68F8752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C3105-B403-7C61-D7AF-C3C04B3F1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B86D1-C50A-4E2E-A5AD-0D85A956BF2B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689F0-57C7-8079-86F3-4A08674C5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D1849-2A94-179F-3ED1-FBE519B35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0B1C-0DA5-4011-9C0B-6CFC70556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7730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ABA15-7A7E-9FBA-4366-660733045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63EBB-1E3E-ACEF-FB49-8E889AE8BD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B10051-C265-A9EA-C954-BAB23FA5E3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90AFF-CA85-B392-A919-BCACE49A5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B86D1-C50A-4E2E-A5AD-0D85A956BF2B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582084-B3CB-AD2E-9084-5924FE4CC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850168-1019-40FE-1103-0D1BCBCB1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0B1C-0DA5-4011-9C0B-6CFC70556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346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805E9-8948-0F02-12CE-2F8D3B96C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EE41C-4A0A-625A-36DB-D21A65EA3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3CA5AE-6605-63FB-F850-55837AF4D7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EE710A-68D6-99C8-577E-DAD5913F26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14A6D-6A89-AAF6-5EB9-B0F2CD37AE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208117-A2BA-1226-C087-957878C3B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B86D1-C50A-4E2E-A5AD-0D85A956BF2B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0BF984-EDB7-E226-BCE5-2094F8816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96229F-5616-720E-9707-97F0FC577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0B1C-0DA5-4011-9C0B-6CFC70556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5655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F0EEB-6B51-08F0-38D7-11339462F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3C6D59-AEB4-8AE0-62AD-C06F634FE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B86D1-C50A-4E2E-A5AD-0D85A956BF2B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1948DC-4FF2-0510-9550-E764AB2ED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B95951-D4AC-4802-B51E-D6B2354E7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0B1C-0DA5-4011-9C0B-6CFC70556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419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453572-9208-EDF9-BFC3-1AD8DB0AD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B86D1-C50A-4E2E-A5AD-0D85A956BF2B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B1142E-E487-D9C3-B4EA-9D0B8A490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C7D43C-A8A5-E8CF-9F22-79A90C66B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0B1C-0DA5-4011-9C0B-6CFC70556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0205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7BE58-3648-C981-6CEC-F909AB6D5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FF6BA-0341-C379-C1F0-98A7C3616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2B0436-60E1-1E88-4EFD-74951DD6F6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4D3454-50E9-B2DC-58A2-4ADC70187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B86D1-C50A-4E2E-A5AD-0D85A956BF2B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442DD4-02A7-743F-479F-7D28BB106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6FB13D-ACC5-4B5F-B3D7-7508FDC76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0B1C-0DA5-4011-9C0B-6CFC70556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3878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585B6-39DF-CC70-5D45-EF6DB37FF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9517FC-4998-6185-C18F-252C5F05E3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E57BA-239C-48A9-73DE-628235F42F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ADEB1-9ABA-80EB-5653-3505FC3CC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B86D1-C50A-4E2E-A5AD-0D85A956BF2B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953E8A-62B5-CC13-F8B3-4D719F01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3D7B7E-7AF3-7D06-B77A-C241C201B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0B1C-0DA5-4011-9C0B-6CFC70556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9374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97068-77C2-82E1-062A-2C1BC9420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C94DBD-65D8-821B-BA6A-9AA3088CC2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7384D-7883-7952-7D0C-472C85631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B86D1-C50A-4E2E-A5AD-0D85A956BF2B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C058F-5324-3146-0BA4-A1B39CA9C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2E2BE-B86B-5E22-C467-088A46300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0B1C-0DA5-4011-9C0B-6CFC70556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2375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D74332-A697-30A1-AAE2-44A16AE850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F49563-F619-C2CC-CA8B-A363E9194D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B9DF2-1D62-3F9E-FBAE-2964DCE6C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B86D1-C50A-4E2E-A5AD-0D85A956BF2B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4BA8C-EB93-524E-2688-FB09267DB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69211-B0BC-336E-1535-E01B7C14E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0B1C-0DA5-4011-9C0B-6CFC70556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8797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C0F46F-935A-CBAB-2472-6F9EDC7C6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61586-2AB8-317C-CD47-0A13BAACE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D5276-4697-D915-AFF6-4A7177A20C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6B86D1-C50A-4E2E-A5AD-0D85A956BF2B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F584B-7869-2EAB-5290-2E95A9D394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F7027-A4CA-4577-C8FF-D0F40C8898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AD0B1C-0DA5-4011-9C0B-6CFC70556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777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329A99-BB24-8E50-5DA9-995A2BA50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8" y="0"/>
            <a:ext cx="12170142" cy="6870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4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Shrabani Panigrahi</dc:creator>
  <cp:lastModifiedBy>Shrabani Panigrahi</cp:lastModifiedBy>
  <cp:revision>1</cp:revision>
  <dcterms:created xsi:type="dcterms:W3CDTF">2026-03-20T10:21:49Z</dcterms:created>
  <dcterms:modified xsi:type="dcterms:W3CDTF">2026-03-20T10:24:42Z</dcterms:modified>
</cp:coreProperties>
</file>